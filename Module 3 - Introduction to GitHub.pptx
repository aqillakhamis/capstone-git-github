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5" r:id="rId2"/>
    <p:sldId id="318" r:id="rId3"/>
    <p:sldId id="338" r:id="rId4"/>
    <p:sldId id="321" r:id="rId5"/>
    <p:sldId id="342" r:id="rId6"/>
    <p:sldId id="343" r:id="rId7"/>
    <p:sldId id="339" r:id="rId8"/>
    <p:sldId id="344" r:id="rId9"/>
    <p:sldId id="340" r:id="rId10"/>
    <p:sldId id="345" r:id="rId11"/>
    <p:sldId id="341" r:id="rId12"/>
    <p:sldId id="346" r:id="rId13"/>
    <p:sldId id="347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4F29"/>
    <a:srgbClr val="6C1D35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10" autoAdjust="0"/>
    <p:restoredTop sz="95345" autoAdjust="0"/>
  </p:normalViewPr>
  <p:slideViewPr>
    <p:cSldViewPr snapToGrid="0">
      <p:cViewPr>
        <p:scale>
          <a:sx n="77" d="100"/>
          <a:sy n="77" d="100"/>
        </p:scale>
        <p:origin x="254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B41784-A0E6-4D99-BCD7-487875C3493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DBCEADA6-203F-4EB0-845D-A3835E866E22}">
      <dgm:prSet phldrT="[Text]" custT="1"/>
      <dgm:spPr/>
      <dgm:t>
        <a:bodyPr/>
        <a:lstStyle/>
        <a:p>
          <a:r>
            <a:rPr lang="en-MY" sz="3000" dirty="0"/>
            <a:t>Online Hosting Platform for Git Repository</a:t>
          </a:r>
        </a:p>
      </dgm:t>
    </dgm:pt>
    <dgm:pt modelId="{0BBAD4A2-EFF2-40CD-97FD-7F597F6EC4B1}" type="parTrans" cxnId="{FF15F4D9-0C4C-4A3E-8341-F27D7C7DD824}">
      <dgm:prSet/>
      <dgm:spPr/>
      <dgm:t>
        <a:bodyPr/>
        <a:lstStyle/>
        <a:p>
          <a:endParaRPr lang="en-MY" sz="3000"/>
        </a:p>
      </dgm:t>
    </dgm:pt>
    <dgm:pt modelId="{02CB4E23-E85A-4229-A7BA-C70C3AF43F42}" type="sibTrans" cxnId="{FF15F4D9-0C4C-4A3E-8341-F27D7C7DD824}">
      <dgm:prSet/>
      <dgm:spPr/>
      <dgm:t>
        <a:bodyPr/>
        <a:lstStyle/>
        <a:p>
          <a:endParaRPr lang="en-MY" sz="3000"/>
        </a:p>
      </dgm:t>
    </dgm:pt>
    <dgm:pt modelId="{3D517DDC-2729-492C-BA8B-4D650BEE81A6}">
      <dgm:prSet phldrT="[Text]" custT="1"/>
      <dgm:spPr/>
      <dgm:t>
        <a:bodyPr/>
        <a:lstStyle/>
        <a:p>
          <a:r>
            <a:rPr lang="en-MY" sz="3000" dirty="0"/>
            <a:t>Developers to Collaborate on Project</a:t>
          </a:r>
        </a:p>
      </dgm:t>
    </dgm:pt>
    <dgm:pt modelId="{E808F879-7EB7-4BA7-9AC0-E91D36D7CB02}" type="parTrans" cxnId="{397C8177-2E5F-4700-82A4-37E6B4DAC4C9}">
      <dgm:prSet/>
      <dgm:spPr/>
      <dgm:t>
        <a:bodyPr/>
        <a:lstStyle/>
        <a:p>
          <a:endParaRPr lang="en-MY" sz="3000"/>
        </a:p>
      </dgm:t>
    </dgm:pt>
    <dgm:pt modelId="{4A0ABDBC-BEFA-4295-A417-549D86B06CD1}" type="sibTrans" cxnId="{397C8177-2E5F-4700-82A4-37E6B4DAC4C9}">
      <dgm:prSet/>
      <dgm:spPr/>
      <dgm:t>
        <a:bodyPr/>
        <a:lstStyle/>
        <a:p>
          <a:endParaRPr lang="en-MY" sz="3000"/>
        </a:p>
      </dgm:t>
    </dgm:pt>
    <dgm:pt modelId="{3594664B-121A-4AB4-AA75-D2E4BAF23D3A}">
      <dgm:prSet phldrT="[Text]" custT="1"/>
      <dgm:spPr/>
      <dgm:t>
        <a:bodyPr/>
        <a:lstStyle/>
        <a:p>
          <a:r>
            <a:rPr lang="en-MY" sz="3000" dirty="0"/>
            <a:t>Track Changes to Code</a:t>
          </a:r>
        </a:p>
      </dgm:t>
    </dgm:pt>
    <dgm:pt modelId="{AD7A60E6-AFC0-45E6-8C6D-85D90A73093C}" type="parTrans" cxnId="{4D9687AD-28B8-4BBB-941C-C203DE5AC7FA}">
      <dgm:prSet/>
      <dgm:spPr/>
      <dgm:t>
        <a:bodyPr/>
        <a:lstStyle/>
        <a:p>
          <a:endParaRPr lang="en-MY" sz="3000"/>
        </a:p>
      </dgm:t>
    </dgm:pt>
    <dgm:pt modelId="{4E690197-CF50-4BEA-8742-E1B487BF2DC3}" type="sibTrans" cxnId="{4D9687AD-28B8-4BBB-941C-C203DE5AC7FA}">
      <dgm:prSet/>
      <dgm:spPr/>
      <dgm:t>
        <a:bodyPr/>
        <a:lstStyle/>
        <a:p>
          <a:endParaRPr lang="en-MY" sz="3000"/>
        </a:p>
      </dgm:t>
    </dgm:pt>
    <dgm:pt modelId="{0996EE95-BE4C-44B7-A0CC-78AB738661B4}" type="pres">
      <dgm:prSet presAssocID="{19B41784-A0E6-4D99-BCD7-487875C34933}" presName="diagram" presStyleCnt="0">
        <dgm:presLayoutVars>
          <dgm:dir/>
          <dgm:resizeHandles val="exact"/>
        </dgm:presLayoutVars>
      </dgm:prSet>
      <dgm:spPr/>
    </dgm:pt>
    <dgm:pt modelId="{A2C73E2E-4D1B-448B-AAAD-C979318F2BBD}" type="pres">
      <dgm:prSet presAssocID="{DBCEADA6-203F-4EB0-845D-A3835E866E22}" presName="node" presStyleLbl="node1" presStyleIdx="0" presStyleCnt="3">
        <dgm:presLayoutVars>
          <dgm:bulletEnabled val="1"/>
        </dgm:presLayoutVars>
      </dgm:prSet>
      <dgm:spPr/>
    </dgm:pt>
    <dgm:pt modelId="{6B49896B-EA64-4151-AEAF-655BDD32F21A}" type="pres">
      <dgm:prSet presAssocID="{02CB4E23-E85A-4229-A7BA-C70C3AF43F42}" presName="sibTrans" presStyleCnt="0"/>
      <dgm:spPr/>
    </dgm:pt>
    <dgm:pt modelId="{33CA9EEC-9B41-4361-AC3B-64BAA071E529}" type="pres">
      <dgm:prSet presAssocID="{3D517DDC-2729-492C-BA8B-4D650BEE81A6}" presName="node" presStyleLbl="node1" presStyleIdx="1" presStyleCnt="3">
        <dgm:presLayoutVars>
          <dgm:bulletEnabled val="1"/>
        </dgm:presLayoutVars>
      </dgm:prSet>
      <dgm:spPr/>
    </dgm:pt>
    <dgm:pt modelId="{DA5B5580-91E3-4DAA-985F-79056388A37F}" type="pres">
      <dgm:prSet presAssocID="{4A0ABDBC-BEFA-4295-A417-549D86B06CD1}" presName="sibTrans" presStyleCnt="0"/>
      <dgm:spPr/>
    </dgm:pt>
    <dgm:pt modelId="{6A24E90C-BDCA-4BD4-8BE6-6A6C3F6BF9AF}" type="pres">
      <dgm:prSet presAssocID="{3594664B-121A-4AB4-AA75-D2E4BAF23D3A}" presName="node" presStyleLbl="node1" presStyleIdx="2" presStyleCnt="3">
        <dgm:presLayoutVars>
          <dgm:bulletEnabled val="1"/>
        </dgm:presLayoutVars>
      </dgm:prSet>
      <dgm:spPr/>
    </dgm:pt>
  </dgm:ptLst>
  <dgm:cxnLst>
    <dgm:cxn modelId="{20D70428-B7AB-4BD0-A6C5-7CC483B0E882}" type="presOf" srcId="{DBCEADA6-203F-4EB0-845D-A3835E866E22}" destId="{A2C73E2E-4D1B-448B-AAAD-C979318F2BBD}" srcOrd="0" destOrd="0" presId="urn:microsoft.com/office/officeart/2005/8/layout/default"/>
    <dgm:cxn modelId="{1D2CF272-5C3E-4AFD-9DDD-81CBE6BD8A94}" type="presOf" srcId="{3D517DDC-2729-492C-BA8B-4D650BEE81A6}" destId="{33CA9EEC-9B41-4361-AC3B-64BAA071E529}" srcOrd="0" destOrd="0" presId="urn:microsoft.com/office/officeart/2005/8/layout/default"/>
    <dgm:cxn modelId="{397C8177-2E5F-4700-82A4-37E6B4DAC4C9}" srcId="{19B41784-A0E6-4D99-BCD7-487875C34933}" destId="{3D517DDC-2729-492C-BA8B-4D650BEE81A6}" srcOrd="1" destOrd="0" parTransId="{E808F879-7EB7-4BA7-9AC0-E91D36D7CB02}" sibTransId="{4A0ABDBC-BEFA-4295-A417-549D86B06CD1}"/>
    <dgm:cxn modelId="{42555D8F-0964-4B97-90C4-C717ACCC65DE}" type="presOf" srcId="{19B41784-A0E6-4D99-BCD7-487875C34933}" destId="{0996EE95-BE4C-44B7-A0CC-78AB738661B4}" srcOrd="0" destOrd="0" presId="urn:microsoft.com/office/officeart/2005/8/layout/default"/>
    <dgm:cxn modelId="{8B324098-D2F7-497A-812B-A1C251341F15}" type="presOf" srcId="{3594664B-121A-4AB4-AA75-D2E4BAF23D3A}" destId="{6A24E90C-BDCA-4BD4-8BE6-6A6C3F6BF9AF}" srcOrd="0" destOrd="0" presId="urn:microsoft.com/office/officeart/2005/8/layout/default"/>
    <dgm:cxn modelId="{4D9687AD-28B8-4BBB-941C-C203DE5AC7FA}" srcId="{19B41784-A0E6-4D99-BCD7-487875C34933}" destId="{3594664B-121A-4AB4-AA75-D2E4BAF23D3A}" srcOrd="2" destOrd="0" parTransId="{AD7A60E6-AFC0-45E6-8C6D-85D90A73093C}" sibTransId="{4E690197-CF50-4BEA-8742-E1B487BF2DC3}"/>
    <dgm:cxn modelId="{FF15F4D9-0C4C-4A3E-8341-F27D7C7DD824}" srcId="{19B41784-A0E6-4D99-BCD7-487875C34933}" destId="{DBCEADA6-203F-4EB0-845D-A3835E866E22}" srcOrd="0" destOrd="0" parTransId="{0BBAD4A2-EFF2-40CD-97FD-7F597F6EC4B1}" sibTransId="{02CB4E23-E85A-4229-A7BA-C70C3AF43F42}"/>
    <dgm:cxn modelId="{2744C968-C234-4BFE-B0CC-4DF6C773337E}" type="presParOf" srcId="{0996EE95-BE4C-44B7-A0CC-78AB738661B4}" destId="{A2C73E2E-4D1B-448B-AAAD-C979318F2BBD}" srcOrd="0" destOrd="0" presId="urn:microsoft.com/office/officeart/2005/8/layout/default"/>
    <dgm:cxn modelId="{AA75D430-76BD-48F2-9C6D-B660A4E9DFA7}" type="presParOf" srcId="{0996EE95-BE4C-44B7-A0CC-78AB738661B4}" destId="{6B49896B-EA64-4151-AEAF-655BDD32F21A}" srcOrd="1" destOrd="0" presId="urn:microsoft.com/office/officeart/2005/8/layout/default"/>
    <dgm:cxn modelId="{74F43097-3BA9-4A0C-946E-8297918B4A4F}" type="presParOf" srcId="{0996EE95-BE4C-44B7-A0CC-78AB738661B4}" destId="{33CA9EEC-9B41-4361-AC3B-64BAA071E529}" srcOrd="2" destOrd="0" presId="urn:microsoft.com/office/officeart/2005/8/layout/default"/>
    <dgm:cxn modelId="{1D53E6C7-ABAB-48FC-9828-8C1EB314823A}" type="presParOf" srcId="{0996EE95-BE4C-44B7-A0CC-78AB738661B4}" destId="{DA5B5580-91E3-4DAA-985F-79056388A37F}" srcOrd="3" destOrd="0" presId="urn:microsoft.com/office/officeart/2005/8/layout/default"/>
    <dgm:cxn modelId="{EBC50B83-E7A1-489C-B56F-F21F74E601F3}" type="presParOf" srcId="{0996EE95-BE4C-44B7-A0CC-78AB738661B4}" destId="{6A24E90C-BDCA-4BD4-8BE6-6A6C3F6BF9A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73E2E-4D1B-448B-AAAD-C979318F2BBD}">
      <dsp:nvSpPr>
        <dsp:cNvPr id="0" name=""/>
        <dsp:cNvSpPr/>
      </dsp:nvSpPr>
      <dsp:spPr>
        <a:xfrm>
          <a:off x="842" y="44903"/>
          <a:ext cx="3287541" cy="19725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 dirty="0"/>
            <a:t>Online Hosting Platform for Git Repository</a:t>
          </a:r>
        </a:p>
      </dsp:txBody>
      <dsp:txXfrm>
        <a:off x="842" y="44903"/>
        <a:ext cx="3287541" cy="1972524"/>
      </dsp:txXfrm>
    </dsp:sp>
    <dsp:sp modelId="{33CA9EEC-9B41-4361-AC3B-64BAA071E529}">
      <dsp:nvSpPr>
        <dsp:cNvPr id="0" name=""/>
        <dsp:cNvSpPr/>
      </dsp:nvSpPr>
      <dsp:spPr>
        <a:xfrm>
          <a:off x="3617138" y="44903"/>
          <a:ext cx="3287541" cy="19725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 dirty="0"/>
            <a:t>Developers to Collaborate on Project</a:t>
          </a:r>
        </a:p>
      </dsp:txBody>
      <dsp:txXfrm>
        <a:off x="3617138" y="44903"/>
        <a:ext cx="3287541" cy="1972524"/>
      </dsp:txXfrm>
    </dsp:sp>
    <dsp:sp modelId="{6A24E90C-BDCA-4BD4-8BE6-6A6C3F6BF9AF}">
      <dsp:nvSpPr>
        <dsp:cNvPr id="0" name=""/>
        <dsp:cNvSpPr/>
      </dsp:nvSpPr>
      <dsp:spPr>
        <a:xfrm>
          <a:off x="1808990" y="2346182"/>
          <a:ext cx="3287541" cy="19725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000" kern="1200" dirty="0"/>
            <a:t>Track Changes to Code</a:t>
          </a:r>
        </a:p>
      </dsp:txBody>
      <dsp:txXfrm>
        <a:off x="1808990" y="2346182"/>
        <a:ext cx="3287541" cy="1972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8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8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jpe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067647-2A24-7F60-343F-54B2D048AA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42" y="351772"/>
            <a:ext cx="2249407" cy="75189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97967C0-3D58-5E35-54C4-0E7C25DA82B1}"/>
              </a:ext>
            </a:extLst>
          </p:cNvPr>
          <p:cNvGrpSpPr/>
          <p:nvPr userDrawn="1"/>
        </p:nvGrpSpPr>
        <p:grpSpPr>
          <a:xfrm>
            <a:off x="2821039" y="123568"/>
            <a:ext cx="2892962" cy="1174663"/>
            <a:chOff x="9707871" y="-53009"/>
            <a:chExt cx="2592079" cy="10524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7160AC-9941-06E6-6BE6-5A27DEA28C61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3A3B51-85B4-8A53-BFC7-2B28EB1C2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4E4F67B-6D5F-A42A-FF58-6D31BF087E5D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FA8326-62BF-7DB5-D8A2-6AFA5BBF0945}"/>
              </a:ext>
            </a:extLst>
          </p:cNvPr>
          <p:cNvSpPr/>
          <p:nvPr userDrawn="1"/>
        </p:nvSpPr>
        <p:spPr>
          <a:xfrm>
            <a:off x="5618168" y="6671483"/>
            <a:ext cx="1190970" cy="160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EB9FF-3F97-6988-77AF-D1236E720784}"/>
              </a:ext>
            </a:extLst>
          </p:cNvPr>
          <p:cNvSpPr/>
          <p:nvPr userDrawn="1"/>
        </p:nvSpPr>
        <p:spPr>
          <a:xfrm rot="16200000">
            <a:off x="11152257" y="5409768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B601FB-669C-CF29-D9E1-4092A46A1D58}"/>
              </a:ext>
            </a:extLst>
          </p:cNvPr>
          <p:cNvGrpSpPr/>
          <p:nvPr userDrawn="1"/>
        </p:nvGrpSpPr>
        <p:grpSpPr>
          <a:xfrm>
            <a:off x="9707871" y="-53009"/>
            <a:ext cx="2592079" cy="1052492"/>
            <a:chOff x="9707871" y="-53009"/>
            <a:chExt cx="2592079" cy="105249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4270C9-0E2E-9E8B-5842-875F860086C3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037DB3-963F-C20A-153A-5466483B2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4015447-7811-2AC6-559D-125D4C835054}"/>
              </a:ext>
            </a:extLst>
          </p:cNvPr>
          <p:cNvSpPr/>
          <p:nvPr userDrawn="1"/>
        </p:nvSpPr>
        <p:spPr>
          <a:xfrm>
            <a:off x="0" y="6815959"/>
            <a:ext cx="12192000" cy="46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9FA71-CA16-A423-1F0B-7FDDB0567E4F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9A70C8-9300-6E34-911B-2D143630CA4F}"/>
              </a:ext>
            </a:extLst>
          </p:cNvPr>
          <p:cNvSpPr txBox="1"/>
          <p:nvPr userDrawn="1"/>
        </p:nvSpPr>
        <p:spPr bwMode="auto">
          <a:xfrm>
            <a:off x="3894931" y="2642999"/>
            <a:ext cx="4706938" cy="255454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THANK</a:t>
            </a:r>
            <a:r>
              <a:rPr lang="en-US" sz="8000" b="1" dirty="0">
                <a:solidFill>
                  <a:srgbClr val="6C1D35"/>
                </a:solidFill>
                <a:cs typeface="Arial" panose="020B0604020202020204" pitchFamily="34" charset="0"/>
              </a:rPr>
              <a:t> </a:t>
            </a:r>
            <a:r>
              <a:rPr lang="en-US" sz="8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YOU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CDDA095-7730-186A-FBFC-8BA8E2F69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5" b="13450"/>
          <a:stretch/>
        </p:blipFill>
        <p:spPr>
          <a:xfrm>
            <a:off x="4917487" y="659432"/>
            <a:ext cx="2661826" cy="1909300"/>
          </a:xfrm>
          <a:prstGeom prst="rect">
            <a:avLst/>
          </a:prstGeom>
        </p:spPr>
      </p:pic>
      <p:sp>
        <p:nvSpPr>
          <p:cNvPr id="28" name="Shape 2873">
            <a:extLst>
              <a:ext uri="{FF2B5EF4-FFF2-40B4-BE49-F238E27FC236}">
                <a16:creationId xmlns:a16="http://schemas.microsoft.com/office/drawing/2014/main" id="{25F63C6A-CD75-A4BA-7BC5-6189932BAFF9}"/>
              </a:ext>
            </a:extLst>
          </p:cNvPr>
          <p:cNvSpPr/>
          <p:nvPr userDrawn="1"/>
        </p:nvSpPr>
        <p:spPr>
          <a:xfrm>
            <a:off x="4271169" y="53147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9" name="Shape 2884">
            <a:extLst>
              <a:ext uri="{FF2B5EF4-FFF2-40B4-BE49-F238E27FC236}">
                <a16:creationId xmlns:a16="http://schemas.microsoft.com/office/drawing/2014/main" id="{B26C8767-5951-C257-14BA-674697C30BD9}"/>
              </a:ext>
            </a:extLst>
          </p:cNvPr>
          <p:cNvSpPr/>
          <p:nvPr userDrawn="1"/>
        </p:nvSpPr>
        <p:spPr>
          <a:xfrm>
            <a:off x="4271169" y="579971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0" name="Shape 2836">
            <a:extLst>
              <a:ext uri="{FF2B5EF4-FFF2-40B4-BE49-F238E27FC236}">
                <a16:creationId xmlns:a16="http://schemas.microsoft.com/office/drawing/2014/main" id="{28795646-C91A-6C6B-5299-1D15BAA4B496}"/>
              </a:ext>
            </a:extLst>
          </p:cNvPr>
          <p:cNvSpPr/>
          <p:nvPr userDrawn="1"/>
        </p:nvSpPr>
        <p:spPr>
          <a:xfrm>
            <a:off x="4271169" y="6284693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0B46CC-79EA-D515-56DA-3C84CD9BA95C}"/>
              </a:ext>
            </a:extLst>
          </p:cNvPr>
          <p:cNvSpPr txBox="1"/>
          <p:nvPr userDrawn="1"/>
        </p:nvSpPr>
        <p:spPr>
          <a:xfrm>
            <a:off x="4587080" y="5314731"/>
            <a:ext cx="3568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MY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for Artificial Intelligence and Robotics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B38DBF-7380-3E05-90E7-67BDDF800CE4}"/>
              </a:ext>
            </a:extLst>
          </p:cNvPr>
          <p:cNvSpPr txBox="1"/>
          <p:nvPr userDrawn="1"/>
        </p:nvSpPr>
        <p:spPr>
          <a:xfrm>
            <a:off x="4587081" y="5785703"/>
            <a:ext cx="2980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research.utm.my/cairo/</a:t>
            </a:r>
            <a:endParaRPr lang="en-MY" sz="1200" b="1" dirty="0">
              <a:solidFill>
                <a:srgbClr val="6C1D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0B7684-EC45-6927-3B6A-1A807A57857D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ED4625-58BB-2550-D522-15FD62BCCECF}"/>
              </a:ext>
            </a:extLst>
          </p:cNvPr>
          <p:cNvGrpSpPr/>
          <p:nvPr userDrawn="1"/>
        </p:nvGrpSpPr>
        <p:grpSpPr>
          <a:xfrm>
            <a:off x="9707871" y="-53009"/>
            <a:ext cx="2592079" cy="1052492"/>
            <a:chOff x="9707871" y="-53009"/>
            <a:chExt cx="2592079" cy="10524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559405-9ADA-429C-76A7-81691917BD51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983A038-18BB-F666-E66D-14F8264A7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EDBE7-8CCB-AE83-3AE7-DB0BB3400118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5DC66D-E790-38E3-62C7-15BAE9E44F06}"/>
              </a:ext>
            </a:extLst>
          </p:cNvPr>
          <p:cNvSpPr/>
          <p:nvPr userDrawn="1"/>
        </p:nvSpPr>
        <p:spPr>
          <a:xfrm>
            <a:off x="0" y="6815959"/>
            <a:ext cx="12192000" cy="46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6B21FD-2E85-AC69-77BD-EB2A0637DEC8}"/>
              </a:ext>
            </a:extLst>
          </p:cNvPr>
          <p:cNvGrpSpPr/>
          <p:nvPr userDrawn="1"/>
        </p:nvGrpSpPr>
        <p:grpSpPr>
          <a:xfrm>
            <a:off x="9707871" y="-53009"/>
            <a:ext cx="2592079" cy="1052492"/>
            <a:chOff x="9707871" y="-53009"/>
            <a:chExt cx="2592079" cy="105249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0DFD36-46E2-78F0-E3EF-3009B2E6AE0C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BBCABE7-6BA8-4A9B-A4D7-A7FA34E8E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64574C0-E2EA-B5F2-8AE6-52C2CA5B012B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6BBED9-CBD6-5A77-2EB6-6F803EC94E77}"/>
              </a:ext>
            </a:extLst>
          </p:cNvPr>
          <p:cNvSpPr/>
          <p:nvPr userDrawn="1"/>
        </p:nvSpPr>
        <p:spPr>
          <a:xfrm rot="16200000">
            <a:off x="11152257" y="5409768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8947F9-1ADC-FFE1-B066-90A6CC7E9D3D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922BC-94D0-3311-6842-28766FB8A6D4}"/>
              </a:ext>
            </a:extLst>
          </p:cNvPr>
          <p:cNvSpPr/>
          <p:nvPr userDrawn="1"/>
        </p:nvSpPr>
        <p:spPr>
          <a:xfrm>
            <a:off x="0" y="6815959"/>
            <a:ext cx="12192000" cy="46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github.com/pack#offers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education.github.com/discount_requests/application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B65599-0C37-7BF6-5119-7FAE26FC855A}"/>
              </a:ext>
            </a:extLst>
          </p:cNvPr>
          <p:cNvSpPr txBox="1"/>
          <p:nvPr/>
        </p:nvSpPr>
        <p:spPr>
          <a:xfrm>
            <a:off x="388009" y="1633242"/>
            <a:ext cx="1141598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MODULE 3 : </a:t>
            </a:r>
          </a:p>
          <a:p>
            <a:r>
              <a:rPr lang="en-US" sz="55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INTRODUCTION TO GITHUB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D0CE6E-619F-B6AD-0AE5-6E31D9D12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81069F-91C7-3F94-6E0C-ADF7205FC29C}"/>
              </a:ext>
            </a:extLst>
          </p:cNvPr>
          <p:cNvSpPr txBox="1"/>
          <p:nvPr/>
        </p:nvSpPr>
        <p:spPr>
          <a:xfrm>
            <a:off x="1039269" y="5062196"/>
            <a:ext cx="77223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PREPARED BY:</a:t>
            </a:r>
          </a:p>
          <a:p>
            <a:r>
              <a:rPr lang="en-US" sz="1500" kern="0">
                <a:latin typeface="Arial" panose="020B0604020202020204" pitchFamily="34" charset="0"/>
                <a:cs typeface="Arial" panose="020B0604020202020204" pitchFamily="34" charset="0"/>
              </a:rPr>
              <a:t>Dr. Nurulaqilla </a:t>
            </a: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Khamis</a:t>
            </a:r>
            <a:b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Center for Artificial Intelligence and Robotics</a:t>
            </a:r>
          </a:p>
          <a:p>
            <a:r>
              <a:rPr lang="en-US" sz="1500" kern="0" dirty="0" err="1">
                <a:latin typeface="Arial" panose="020B0604020202020204" pitchFamily="34" charset="0"/>
                <a:cs typeface="Arial" panose="020B0604020202020204" pitchFamily="34" charset="0"/>
              </a:rPr>
              <a:t>Universiti</a:t>
            </a: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kern="0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 Malaysia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B2069-22D5-A407-B4C1-020504B0E158}"/>
              </a:ext>
            </a:extLst>
          </p:cNvPr>
          <p:cNvSpPr/>
          <p:nvPr/>
        </p:nvSpPr>
        <p:spPr>
          <a:xfrm>
            <a:off x="5618168" y="6671483"/>
            <a:ext cx="1190970" cy="160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BD4BA-72A2-07BE-F287-979B98F02233}"/>
              </a:ext>
            </a:extLst>
          </p:cNvPr>
          <p:cNvSpPr/>
          <p:nvPr/>
        </p:nvSpPr>
        <p:spPr>
          <a:xfrm>
            <a:off x="5380382" y="6249219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5" name="Google Shape;226;p1" descr="github-logo-tile - New Signature">
            <a:extLst>
              <a:ext uri="{FF2B5EF4-FFF2-40B4-BE49-F238E27FC236}">
                <a16:creationId xmlns:a16="http://schemas.microsoft.com/office/drawing/2014/main" id="{9A66C396-B27A-AE44-736C-51CFC6FA1C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8533" y="4264732"/>
            <a:ext cx="3001551" cy="198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28;p1" descr="Git - Logo Downloads">
            <a:extLst>
              <a:ext uri="{FF2B5EF4-FFF2-40B4-BE49-F238E27FC236}">
                <a16:creationId xmlns:a16="http://schemas.microsoft.com/office/drawing/2014/main" id="{32F27B37-6742-04B6-095C-2D47D3C234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10084" y="4790370"/>
            <a:ext cx="3629597" cy="1165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625D2E-5649-48D7-BA43-D276355E7B1E}"/>
              </a:ext>
            </a:extLst>
          </p:cNvPr>
          <p:cNvSpPr txBox="1"/>
          <p:nvPr/>
        </p:nvSpPr>
        <p:spPr>
          <a:xfrm>
            <a:off x="1390117" y="2398948"/>
            <a:ext cx="4507692" cy="707886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Overview of GitHub Features &amp; Benefits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0E693-5487-4F37-935A-597EEE2E0891}"/>
              </a:ext>
            </a:extLst>
          </p:cNvPr>
          <p:cNvSpPr txBox="1"/>
          <p:nvPr/>
        </p:nvSpPr>
        <p:spPr>
          <a:xfrm>
            <a:off x="1390116" y="3479537"/>
            <a:ext cx="6178298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What is Repository?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5775D0-52AC-4705-B82D-D2AF913E31DF}"/>
              </a:ext>
            </a:extLst>
          </p:cNvPr>
          <p:cNvSpPr txBox="1"/>
          <p:nvPr/>
        </p:nvSpPr>
        <p:spPr>
          <a:xfrm>
            <a:off x="7190591" y="2398948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Creating GitHub Account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4251C-7124-4EF0-862D-6CE00038E98D}"/>
              </a:ext>
            </a:extLst>
          </p:cNvPr>
          <p:cNvSpPr txBox="1"/>
          <p:nvPr/>
        </p:nvSpPr>
        <p:spPr>
          <a:xfrm>
            <a:off x="7190593" y="3558160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Creating New Repository GitHub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EFD43F-927D-4055-9894-52355D896391}"/>
              </a:ext>
            </a:extLst>
          </p:cNvPr>
          <p:cNvSpPr txBox="1"/>
          <p:nvPr/>
        </p:nvSpPr>
        <p:spPr>
          <a:xfrm>
            <a:off x="375312" y="78519"/>
            <a:ext cx="95116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MODULE OUTLINE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0B43BD-2902-4A73-B6DE-75184D4F595C}"/>
              </a:ext>
            </a:extLst>
          </p:cNvPr>
          <p:cNvSpPr/>
          <p:nvPr/>
        </p:nvSpPr>
        <p:spPr>
          <a:xfrm rot="16200000">
            <a:off x="11152257" y="5409768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E166F-B468-DAA3-A2EE-D22208A8A2FA}"/>
              </a:ext>
            </a:extLst>
          </p:cNvPr>
          <p:cNvSpPr txBox="1"/>
          <p:nvPr/>
        </p:nvSpPr>
        <p:spPr>
          <a:xfrm>
            <a:off x="378121" y="2291021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6E785-68E8-CB9E-9F16-F09A8F859601}"/>
              </a:ext>
            </a:extLst>
          </p:cNvPr>
          <p:cNvSpPr txBox="1"/>
          <p:nvPr/>
        </p:nvSpPr>
        <p:spPr>
          <a:xfrm>
            <a:off x="375313" y="3310260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B3FBE-0E5D-C811-D91A-A586AF8068B2}"/>
              </a:ext>
            </a:extLst>
          </p:cNvPr>
          <p:cNvSpPr txBox="1"/>
          <p:nvPr/>
        </p:nvSpPr>
        <p:spPr>
          <a:xfrm>
            <a:off x="6175787" y="2236692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532FB-8448-DDFC-E324-ECA8FA7BD338}"/>
              </a:ext>
            </a:extLst>
          </p:cNvPr>
          <p:cNvSpPr txBox="1"/>
          <p:nvPr/>
        </p:nvSpPr>
        <p:spPr>
          <a:xfrm>
            <a:off x="6175788" y="3396292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87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1734582"/>
            <a:ext cx="85694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01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OVERVIEW OF GITHUB FEATURES &amp; BENEFITS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58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230373-CD80-84A6-4DA7-08606668DCC7}"/>
              </a:ext>
            </a:extLst>
          </p:cNvPr>
          <p:cNvSpPr txBox="1"/>
          <p:nvPr/>
        </p:nvSpPr>
        <p:spPr>
          <a:xfrm>
            <a:off x="375312" y="78519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GITHUB FEATURES &amp; BENEFITS</a:t>
            </a:r>
          </a:p>
        </p:txBody>
      </p:sp>
      <p:pic>
        <p:nvPicPr>
          <p:cNvPr id="2" name="Google Shape;419;p4">
            <a:extLst>
              <a:ext uri="{FF2B5EF4-FFF2-40B4-BE49-F238E27FC236}">
                <a16:creationId xmlns:a16="http://schemas.microsoft.com/office/drawing/2014/main" id="{B3C3AB2F-2160-3B79-9F96-8DBF437FCCCA}"/>
              </a:ext>
            </a:extLst>
          </p:cNvPr>
          <p:cNvPicPr preferRelativeResize="0"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-298246" y="1969430"/>
            <a:ext cx="5161937" cy="26049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4F9BB28-A300-C6FC-3771-83F54FC1B5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722790"/>
              </p:ext>
            </p:extLst>
          </p:nvPr>
        </p:nvGraphicFramePr>
        <p:xfrm>
          <a:off x="4863691" y="1599012"/>
          <a:ext cx="6905523" cy="4363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Business logo maker | Logo Generator | FreeLogoDesign">
            <a:extLst>
              <a:ext uri="{FF2B5EF4-FFF2-40B4-BE49-F238E27FC236}">
                <a16:creationId xmlns:a16="http://schemas.microsoft.com/office/drawing/2014/main" id="{DE2F85BE-16AD-F4F7-E38A-4344F7E5E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99" y="4980653"/>
            <a:ext cx="26574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698;p13">
            <a:extLst>
              <a:ext uri="{FF2B5EF4-FFF2-40B4-BE49-F238E27FC236}">
                <a16:creationId xmlns:a16="http://schemas.microsoft.com/office/drawing/2014/main" id="{72316B94-8B74-E9E8-EA96-F19869545AFE}"/>
              </a:ext>
            </a:extLst>
          </p:cNvPr>
          <p:cNvSpPr txBox="1">
            <a:spLocks/>
          </p:cNvSpPr>
          <p:nvPr/>
        </p:nvSpPr>
        <p:spPr>
          <a:xfrm>
            <a:off x="2833074" y="4980653"/>
            <a:ext cx="3756726" cy="73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 dirty="0">
                <a:solidFill>
                  <a:srgbClr val="0000FF"/>
                </a:solidFill>
              </a:rPr>
              <a:t>Individual Developers &amp; Small Team</a:t>
            </a:r>
          </a:p>
        </p:txBody>
      </p:sp>
    </p:spTree>
    <p:extLst>
      <p:ext uri="{BB962C8B-B14F-4D97-AF65-F5344CB8AC3E}">
        <p14:creationId xmlns:p14="http://schemas.microsoft.com/office/powerpoint/2010/main" val="26370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230373-CD80-84A6-4DA7-08606668DCC7}"/>
              </a:ext>
            </a:extLst>
          </p:cNvPr>
          <p:cNvSpPr txBox="1"/>
          <p:nvPr/>
        </p:nvSpPr>
        <p:spPr>
          <a:xfrm>
            <a:off x="375312" y="78519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GITHUB FEATURES &amp; 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6F801-DBA2-9D78-C969-A5991BDA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419" y="1657223"/>
            <a:ext cx="8616122" cy="4558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56C6E4-EE0F-4CEE-E7A8-DB5CFDB79C7B}"/>
              </a:ext>
            </a:extLst>
          </p:cNvPr>
          <p:cNvSpPr txBox="1"/>
          <p:nvPr/>
        </p:nvSpPr>
        <p:spPr>
          <a:xfrm>
            <a:off x="2305051" y="786405"/>
            <a:ext cx="70128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000" dirty="0">
                <a:hlinkClick r:id="rId3"/>
              </a:rPr>
              <a:t>https://education.github.com/pack#offers</a:t>
            </a:r>
            <a:r>
              <a:rPr lang="en-MY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304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230373-CD80-84A6-4DA7-08606668DCC7}"/>
              </a:ext>
            </a:extLst>
          </p:cNvPr>
          <p:cNvSpPr txBox="1"/>
          <p:nvPr/>
        </p:nvSpPr>
        <p:spPr>
          <a:xfrm>
            <a:off x="375312" y="78519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GITHUB FEATURES &amp; 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6C6E4-EE0F-4CEE-E7A8-DB5CFDB79C7B}"/>
              </a:ext>
            </a:extLst>
          </p:cNvPr>
          <p:cNvSpPr txBox="1"/>
          <p:nvPr/>
        </p:nvSpPr>
        <p:spPr>
          <a:xfrm>
            <a:off x="1105569" y="863349"/>
            <a:ext cx="98869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000" dirty="0">
                <a:hlinkClick r:id="rId2"/>
              </a:rPr>
              <a:t>https://education.github.com/discount_requests/application</a:t>
            </a:r>
            <a:r>
              <a:rPr lang="en-MY" sz="3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D8892-1935-D7C4-0099-6EF9D9A9A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69" y="1494291"/>
            <a:ext cx="9411822" cy="5004549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8DD77E73-DCEF-1CEF-CDD0-4525AE60B4D4}"/>
              </a:ext>
            </a:extLst>
          </p:cNvPr>
          <p:cNvSpPr/>
          <p:nvPr/>
        </p:nvSpPr>
        <p:spPr>
          <a:xfrm rot="1776731">
            <a:off x="9104671" y="4535681"/>
            <a:ext cx="462116" cy="776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Google Shape;698;p13">
            <a:extLst>
              <a:ext uri="{FF2B5EF4-FFF2-40B4-BE49-F238E27FC236}">
                <a16:creationId xmlns:a16="http://schemas.microsoft.com/office/drawing/2014/main" id="{7CD2AC6A-51E7-8E5D-9925-762E9C1EB3CC}"/>
              </a:ext>
            </a:extLst>
          </p:cNvPr>
          <p:cNvSpPr txBox="1">
            <a:spLocks/>
          </p:cNvSpPr>
          <p:nvPr/>
        </p:nvSpPr>
        <p:spPr>
          <a:xfrm>
            <a:off x="9726529" y="3735434"/>
            <a:ext cx="2370601" cy="73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 dirty="0" err="1">
                <a:solidFill>
                  <a:srgbClr val="0000FF"/>
                </a:solidFill>
              </a:rPr>
              <a:t>Autograding</a:t>
            </a:r>
            <a:r>
              <a:rPr lang="en-US" sz="3000" b="1" dirty="0">
                <a:solidFill>
                  <a:srgbClr val="0000FF"/>
                </a:solidFill>
              </a:rPr>
              <a:t> Assignment</a:t>
            </a:r>
          </a:p>
        </p:txBody>
      </p:sp>
    </p:spTree>
    <p:extLst>
      <p:ext uri="{BB962C8B-B14F-4D97-AF65-F5344CB8AC3E}">
        <p14:creationId xmlns:p14="http://schemas.microsoft.com/office/powerpoint/2010/main" val="127458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2180377"/>
            <a:ext cx="85694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02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WHAT IS REPOSITORY?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448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6B31D2-5B03-7043-58B1-45854AA45D88}"/>
              </a:ext>
            </a:extLst>
          </p:cNvPr>
          <p:cNvSpPr txBox="1"/>
          <p:nvPr/>
        </p:nvSpPr>
        <p:spPr>
          <a:xfrm>
            <a:off x="356262" y="394993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WHAT IS REPOSITORY?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FFC93-ABC2-3196-8942-6898B60F38AD}"/>
              </a:ext>
            </a:extLst>
          </p:cNvPr>
          <p:cNvSpPr txBox="1"/>
          <p:nvPr/>
        </p:nvSpPr>
        <p:spPr>
          <a:xfrm>
            <a:off x="256360" y="1805726"/>
            <a:ext cx="3971511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Repository </a:t>
            </a: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: is a </a:t>
            </a: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storage space to accommodate the projects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The location can be </a:t>
            </a: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local to a folder on user computer </a:t>
            </a: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or it can be a </a:t>
            </a: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storage space on GitHub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E73D26-56FB-4764-2EF1-D847DCD8F1D3}"/>
              </a:ext>
            </a:extLst>
          </p:cNvPr>
          <p:cNvGrpSpPr/>
          <p:nvPr/>
        </p:nvGrpSpPr>
        <p:grpSpPr>
          <a:xfrm>
            <a:off x="3260496" y="1730477"/>
            <a:ext cx="8675144" cy="4732531"/>
            <a:chOff x="-647026" y="482470"/>
            <a:chExt cx="11603254" cy="6174488"/>
          </a:xfrm>
        </p:grpSpPr>
        <p:pic>
          <p:nvPicPr>
            <p:cNvPr id="4" name="Google Shape;581;p5" descr="Unité Add a Salesforce DX Project to Source Control | Salesforce">
              <a:extLst>
                <a:ext uri="{FF2B5EF4-FFF2-40B4-BE49-F238E27FC236}">
                  <a16:creationId xmlns:a16="http://schemas.microsoft.com/office/drawing/2014/main" id="{68FEF031-83CE-8C42-D702-4A48284C532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35771" y="482470"/>
              <a:ext cx="9720457" cy="5406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82;p5">
              <a:extLst>
                <a:ext uri="{FF2B5EF4-FFF2-40B4-BE49-F238E27FC236}">
                  <a16:creationId xmlns:a16="http://schemas.microsoft.com/office/drawing/2014/main" id="{C81BE703-71E5-C823-6D15-F32E99BEE19C}"/>
                </a:ext>
              </a:extLst>
            </p:cNvPr>
            <p:cNvSpPr txBox="1"/>
            <p:nvPr/>
          </p:nvSpPr>
          <p:spPr>
            <a:xfrm>
              <a:off x="-647026" y="6010627"/>
              <a:ext cx="609755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ctr" rtl="0">
                <a:spcBef>
                  <a:spcPts val="0"/>
                </a:spcBef>
                <a:spcAft>
                  <a:spcPts val="0"/>
                </a:spcAft>
                <a:buClr>
                  <a:srgbClr val="C83909"/>
                </a:buClr>
                <a:buSzPts val="1800"/>
                <a:buFont typeface="Arial"/>
                <a:buAutoNum type="arabicPeriod"/>
              </a:pPr>
              <a:r>
                <a:rPr lang="en-MY" sz="1800" b="1" i="0" u="none" strike="noStrike" cap="none" dirty="0">
                  <a:solidFill>
                    <a:srgbClr val="C83909"/>
                  </a:solidFill>
                  <a:latin typeface="Arial"/>
                  <a:ea typeface="Arial"/>
                  <a:cs typeface="Arial"/>
                  <a:sym typeface="Arial"/>
                </a:rPr>
                <a:t>Initialize Repositories (Locally) 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1800" b="1" i="0" u="none" strike="noStrike" cap="none" dirty="0">
                  <a:solidFill>
                    <a:srgbClr val="C83909"/>
                  </a:solidFill>
                  <a:latin typeface="Arial"/>
                  <a:ea typeface="Arial"/>
                  <a:cs typeface="Arial"/>
                  <a:sym typeface="Arial"/>
                </a:rPr>
                <a:t>from Local Machine</a:t>
              </a:r>
              <a:endParaRPr dirty="0"/>
            </a:p>
          </p:txBody>
        </p:sp>
        <p:sp>
          <p:nvSpPr>
            <p:cNvPr id="6" name="Google Shape;583;p5">
              <a:extLst>
                <a:ext uri="{FF2B5EF4-FFF2-40B4-BE49-F238E27FC236}">
                  <a16:creationId xmlns:a16="http://schemas.microsoft.com/office/drawing/2014/main" id="{064B29AD-0209-C21E-0B87-25FB14EEAAA4}"/>
                </a:ext>
              </a:extLst>
            </p:cNvPr>
            <p:cNvSpPr txBox="1"/>
            <p:nvPr/>
          </p:nvSpPr>
          <p:spPr>
            <a:xfrm>
              <a:off x="6362153" y="580647"/>
              <a:ext cx="3656824" cy="1566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1800" b="1" i="0" u="none" strike="noStrike" cap="none" dirty="0">
                  <a:solidFill>
                    <a:srgbClr val="C83909"/>
                  </a:solidFill>
                  <a:latin typeface="Arial"/>
                  <a:ea typeface="Arial"/>
                  <a:cs typeface="Arial"/>
                  <a:sym typeface="Arial"/>
                </a:rPr>
                <a:t>2. Create Project Repositories 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1800" b="1" i="0" u="none" strike="noStrike" cap="none" dirty="0">
                  <a:solidFill>
                    <a:srgbClr val="C83909"/>
                  </a:solidFill>
                  <a:latin typeface="Arial"/>
                  <a:ea typeface="Arial"/>
                  <a:cs typeface="Arial"/>
                  <a:sym typeface="Arial"/>
                </a:rPr>
                <a:t>at Central Repo (GitHub)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3574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1787092"/>
            <a:ext cx="85694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03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CREATING GITHUB ACCOUNT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73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C692F-5833-4946-5110-492091C7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79" y="277147"/>
            <a:ext cx="8139943" cy="3419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0A5130-85C0-DE53-51AF-C885F4B00BD1}"/>
              </a:ext>
            </a:extLst>
          </p:cNvPr>
          <p:cNvSpPr txBox="1"/>
          <p:nvPr/>
        </p:nvSpPr>
        <p:spPr>
          <a:xfrm>
            <a:off x="399979" y="4037649"/>
            <a:ext cx="7658608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Go to this website </a:t>
            </a: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www.github.com</a:t>
            </a: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 and sign up for new user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Please use your personal email account (ensure that similar email use for git configuration)</a:t>
            </a:r>
          </a:p>
        </p:txBody>
      </p:sp>
    </p:spTree>
    <p:extLst>
      <p:ext uri="{BB962C8B-B14F-4D97-AF65-F5344CB8AC3E}">
        <p14:creationId xmlns:p14="http://schemas.microsoft.com/office/powerpoint/2010/main" val="182281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1954241"/>
            <a:ext cx="85694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04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CREATING NEW REPOSITORY GITHUB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270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52EA7-AB8C-7D30-494D-91AF66607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780" y="115326"/>
            <a:ext cx="4053909" cy="6627347"/>
          </a:xfrm>
          <a:prstGeom prst="rect">
            <a:avLst/>
          </a:prstGeom>
        </p:spPr>
      </p:pic>
      <p:sp>
        <p:nvSpPr>
          <p:cNvPr id="4" name="Google Shape;836;g12f224fc34e_0_65">
            <a:extLst>
              <a:ext uri="{FF2B5EF4-FFF2-40B4-BE49-F238E27FC236}">
                <a16:creationId xmlns:a16="http://schemas.microsoft.com/office/drawing/2014/main" id="{09C5272E-1825-84B7-F9C7-8446E1866602}"/>
              </a:ext>
            </a:extLst>
          </p:cNvPr>
          <p:cNvSpPr txBox="1">
            <a:spLocks/>
          </p:cNvSpPr>
          <p:nvPr/>
        </p:nvSpPr>
        <p:spPr>
          <a:xfrm>
            <a:off x="8031900" y="1140542"/>
            <a:ext cx="3855300" cy="73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000" dirty="0">
                <a:solidFill>
                  <a:srgbClr val="00FF00"/>
                </a:solidFill>
              </a:rPr>
              <a:t>click “New” for new repository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857FFD-97F6-3BCA-F097-9DF1424C1CC4}"/>
              </a:ext>
            </a:extLst>
          </p:cNvPr>
          <p:cNvCxnSpPr/>
          <p:nvPr/>
        </p:nvCxnSpPr>
        <p:spPr>
          <a:xfrm flipH="1" flipV="1">
            <a:off x="7325032" y="1140542"/>
            <a:ext cx="904568" cy="2163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61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7;g12f224fc34e_0_49">
            <a:extLst>
              <a:ext uri="{FF2B5EF4-FFF2-40B4-BE49-F238E27FC236}">
                <a16:creationId xmlns:a16="http://schemas.microsoft.com/office/drawing/2014/main" id="{64D39170-2D57-D27D-8ADA-9184381A056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39940" y="0"/>
            <a:ext cx="605207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48;g12f224fc34e_0_49">
            <a:extLst>
              <a:ext uri="{FF2B5EF4-FFF2-40B4-BE49-F238E27FC236}">
                <a16:creationId xmlns:a16="http://schemas.microsoft.com/office/drawing/2014/main" id="{A94AF47C-A8DA-F18D-E144-10A425FDFB20}"/>
              </a:ext>
            </a:extLst>
          </p:cNvPr>
          <p:cNvSpPr txBox="1">
            <a:spLocks/>
          </p:cNvSpPr>
          <p:nvPr/>
        </p:nvSpPr>
        <p:spPr>
          <a:xfrm>
            <a:off x="8540" y="194498"/>
            <a:ext cx="6131400" cy="736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r>
              <a:rPr lang="en-US" sz="2500" dirty="0"/>
              <a:t>Repository name: Create similar project name from your local machine repo - “</a:t>
            </a:r>
            <a:r>
              <a:rPr lang="en-US" sz="2500" dirty="0" err="1"/>
              <a:t>GitHubProject</a:t>
            </a:r>
            <a:r>
              <a:rPr lang="en-US" sz="2500" dirty="0"/>
              <a:t>”</a:t>
            </a:r>
          </a:p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endParaRPr lang="en-US" sz="2500" dirty="0"/>
          </a:p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r>
              <a:rPr lang="en-US" sz="2500" dirty="0"/>
              <a:t>Description – Optional</a:t>
            </a:r>
          </a:p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endParaRPr lang="en-US" sz="2500" dirty="0"/>
          </a:p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r>
              <a:rPr lang="en-US" sz="2500" dirty="0"/>
              <a:t>Public @ Private Repo? (Your Choice)</a:t>
            </a:r>
          </a:p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endParaRPr lang="en-US" sz="2500" dirty="0"/>
          </a:p>
          <a:p>
            <a:pPr marL="527050" indent="-457200">
              <a:spcBef>
                <a:spcPts val="0"/>
              </a:spcBef>
              <a:buSzPts val="2500"/>
              <a:buFont typeface="+mj-lt"/>
              <a:buAutoNum type="arabicPeriod"/>
            </a:pPr>
            <a:r>
              <a:rPr lang="en-US" sz="2500" dirty="0"/>
              <a:t>Click “Create repository”</a:t>
            </a:r>
          </a:p>
        </p:txBody>
      </p:sp>
      <p:pic>
        <p:nvPicPr>
          <p:cNvPr id="4" name="Google Shape;849;g12f224fc34e_0_49">
            <a:extLst>
              <a:ext uri="{FF2B5EF4-FFF2-40B4-BE49-F238E27FC236}">
                <a16:creationId xmlns:a16="http://schemas.microsoft.com/office/drawing/2014/main" id="{8D696F71-1D38-0D99-245B-B7BC967AD8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98" y="4040473"/>
            <a:ext cx="2797325" cy="79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14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BB13B1-3173-840F-E5CB-6A8FDE060117}"/>
              </a:ext>
            </a:extLst>
          </p:cNvPr>
          <p:cNvSpPr txBox="1"/>
          <p:nvPr/>
        </p:nvSpPr>
        <p:spPr>
          <a:xfrm>
            <a:off x="4598874" y="6235300"/>
            <a:ext cx="2980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cairo@utm.my / trainer’s email</a:t>
            </a:r>
            <a:endParaRPr lang="en-MY" sz="1200" b="1" dirty="0">
              <a:solidFill>
                <a:srgbClr val="6C1D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3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6C1D35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6C3636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8062</TotalTime>
  <Words>259</Words>
  <Application>Microsoft Office PowerPoint</Application>
  <PresentationFormat>Widescreen</PresentationFormat>
  <Paragraphs>52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Montserrat Semi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NURULAQILLA BINTI KHAMIS</cp:lastModifiedBy>
  <cp:revision>151</cp:revision>
  <dcterms:created xsi:type="dcterms:W3CDTF">2023-12-31T03:09:43Z</dcterms:created>
  <dcterms:modified xsi:type="dcterms:W3CDTF">2024-03-13T15:41:30Z</dcterms:modified>
</cp:coreProperties>
</file>